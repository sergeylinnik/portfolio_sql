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1" r:id="rId6"/>
    <p:sldId id="264" r:id="rId7"/>
    <p:sldId id="260" r:id="rId8"/>
    <p:sldId id="25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6E72B-2BFA-892F-4C6B-2DBC08D6D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8E678B-DAF1-4035-75F0-C05D0331B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D3D3BB-170C-2B6C-82FC-750B3EE6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303215-35A7-FC69-730D-658A74A8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A634D-C00E-65AE-6232-F606DDC8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36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01237-0944-59F6-A0D5-E264E31C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4AF5E8-BE56-3294-4BC9-760888E34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E2A9B6-6D7A-FDC8-7824-BF53F262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C65D28-2D67-7C40-59FD-6AAE0D11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D4AFC0-61F3-07DC-937C-702229A6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95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593E7-B334-2D55-CF79-2658FF1F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DA2794-12C4-A649-1CC9-562ECA8C0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578439-9315-7BA7-03F7-64F4F3CB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DEFFA3-DEBE-DE4A-9754-6A756DFE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DBABFE-4833-95C2-4D62-60728386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3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C4552-4FA7-6848-273A-41A92A09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06263C-E4D4-1EA8-1C0E-002ED6623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2D2B81-68FE-2D29-AB2E-52CCE34EB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BD9214-6D26-368E-8265-689CAF56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203835-5A57-A0D3-EE1C-E88745ED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89DA7A-47E2-B13C-18F7-4AF24A14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81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7D91B-30D2-B382-0023-1649F58E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D8DF6D-6B93-0F8C-15AF-DCE9C389D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B8250D-0DA1-F289-0845-21FF634B4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65DC7-B391-3048-DBFC-EA7BDB178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6995F6-CE77-F461-6BF7-2AE91D7E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D9D44C-C18D-03C4-1202-A7D477AF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4BD4FF-C707-D1B1-C289-BCB0DF6F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16EA19E-BE01-917B-ED5A-06C270CA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711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BDEE5-ED46-7EEC-3F13-47281E40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544317-786C-47D2-016F-83679D51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C5F8E2-0963-B1E1-C5ED-628EBD38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AD4216-825F-5B63-FE76-4AF73EB5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04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661A23-DDDD-2C38-6796-A1E0E919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069178-B44F-61C7-6B6F-6C89A15C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4B5EEE-DFD9-0199-661B-95D2C758F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88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F2ED2-5914-C7CC-DE87-E7403857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3A8A71-624D-B500-C2DE-80456A220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1F40F2-7382-0326-7F31-9D634D981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AA8D6C-049B-99F5-63E0-29F18590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84AE4C-2548-2008-88F9-95B37821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CDCB3E-F538-24DD-6795-2E823A24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8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7EB6E-815D-399C-BA08-950D4B07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2B7066-0266-680C-AA26-EE94981EA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739511-FDB9-9FEF-28BB-B74FAEAB1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8F7B76-E479-143B-E45A-D27F4510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6DBDDB-D593-898A-66D8-8B3F6A68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BC7DBF-F80C-123C-347F-13A00103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64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6A4B0-F333-B126-5502-CE980BD9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3FBB9C-7F90-A324-4729-C0770AAB9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B6F0C6-A861-8710-F0A6-C8B9826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74448-193F-1153-A3BA-0239855C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3945C-F88A-3CEB-BBD4-3186DF62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34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875BB74-D571-045E-40A8-0F6CF01C1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D8F36B-2A87-5772-F8AB-D73DD1A6B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8F9EAC-D525-7FFE-E82B-D3EC470B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F0ACFE-2E9A-B821-756B-E1F5EF53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4D94CC-511D-8D8C-7330-8C46F2A6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491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780D7-384A-F45E-889A-28057BFF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03BF6A-89E6-7723-331C-8E0816F22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D483C9-6501-4E04-66D4-9A35EAEB5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D5563-92D9-43EA-B264-55EBE253ADA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3A576C-573C-2911-8D43-2D1F8972F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F8D98-F523-ABD9-737D-94859C366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35548-E5E8-4621-BBBA-7BC03B250F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75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39A287-A3CD-FD1E-2C0D-A912ADDCA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C8953B0-5A4C-48D5-FE66-C4DFBDCA3A5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3D2E90-5AE1-FA4E-0573-E79D459CD8E0}"/>
              </a:ext>
            </a:extLst>
          </p:cNvPr>
          <p:cNvSpPr/>
          <p:nvPr/>
        </p:nvSpPr>
        <p:spPr>
          <a:xfrm>
            <a:off x="2386551" y="895546"/>
            <a:ext cx="7418895" cy="1206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cs typeface="Mongolian Baiti" panose="03000500000000000000" pitchFamily="66" charset="0"/>
              </a:rPr>
              <a:t>Исследование аптечных сетей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97A59A9-84B2-6FC5-82B5-37A8615AE467}"/>
              </a:ext>
            </a:extLst>
          </p:cNvPr>
          <p:cNvSpPr/>
          <p:nvPr/>
        </p:nvSpPr>
        <p:spPr>
          <a:xfrm>
            <a:off x="6655325" y="5052768"/>
            <a:ext cx="5118754" cy="1112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cs typeface="Mongolian Baiti" panose="03000500000000000000" pitchFamily="66" charset="0"/>
              </a:rPr>
              <a:t>Исследование выполнил Линник Сергей</a:t>
            </a:r>
            <a:br>
              <a:rPr lang="ru-RU" sz="2200" dirty="0">
                <a:cs typeface="Mongolian Baiti" panose="03000500000000000000" pitchFamily="66" charset="0"/>
              </a:rPr>
            </a:br>
            <a:r>
              <a:rPr lang="ru-RU" sz="2200" dirty="0">
                <a:cs typeface="Mongolian Baiti" panose="03000500000000000000" pitchFamily="66" charset="0"/>
              </a:rPr>
              <a:t>в рамках курса по аналитике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149552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7D8E7-CC45-60D7-4BE9-5F0FB450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31E255-FF78-CA57-8E60-9CE4EBA2C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38" y="1202775"/>
            <a:ext cx="10003923" cy="44524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6DFD37-842D-439C-23DC-E844CD108E2C}"/>
              </a:ext>
            </a:extLst>
          </p:cNvPr>
          <p:cNvSpPr/>
          <p:nvPr/>
        </p:nvSpPr>
        <p:spPr>
          <a:xfrm>
            <a:off x="1094038" y="273377"/>
            <a:ext cx="10003923" cy="754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Mongolian Baiti" panose="03000500000000000000" pitchFamily="66" charset="0"/>
              </a:rPr>
              <a:t>Количество клиентов в аптеках</a:t>
            </a:r>
          </a:p>
        </p:txBody>
      </p:sp>
    </p:spTree>
    <p:extLst>
      <p:ext uri="{BB962C8B-B14F-4D97-AF65-F5344CB8AC3E}">
        <p14:creationId xmlns:p14="http://schemas.microsoft.com/office/powerpoint/2010/main" val="235680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7093-4DF9-ADED-1EFA-9F254A19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885872-6B71-459C-008F-A9FC9C83D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11" y="2019692"/>
            <a:ext cx="10843377" cy="281861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1F9B78-3A62-2BEC-6CCA-1BCD73C02714}"/>
              </a:ext>
            </a:extLst>
          </p:cNvPr>
          <p:cNvSpPr/>
          <p:nvPr/>
        </p:nvSpPr>
        <p:spPr>
          <a:xfrm>
            <a:off x="674311" y="914399"/>
            <a:ext cx="10843377" cy="744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Mongolian Baiti" panose="03000500000000000000" pitchFamily="66" charset="0"/>
              </a:rPr>
              <a:t>Топ 3 аптеки по объему продаж</a:t>
            </a:r>
          </a:p>
        </p:txBody>
      </p:sp>
    </p:spTree>
    <p:extLst>
      <p:ext uri="{BB962C8B-B14F-4D97-AF65-F5344CB8AC3E}">
        <p14:creationId xmlns:p14="http://schemas.microsoft.com/office/powerpoint/2010/main" val="295370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B472-0898-9A26-A04A-072B94CE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4D1710-F3A5-AC0F-6510-AE57873EA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32" y="2170522"/>
            <a:ext cx="10264936" cy="251695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7A7FCF8-B668-6437-FA7A-6A60ED7CE9B7}"/>
              </a:ext>
            </a:extLst>
          </p:cNvPr>
          <p:cNvSpPr/>
          <p:nvPr/>
        </p:nvSpPr>
        <p:spPr>
          <a:xfrm>
            <a:off x="963532" y="923827"/>
            <a:ext cx="10264936" cy="772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Mongolian Baiti" panose="03000500000000000000" pitchFamily="66" charset="0"/>
              </a:rPr>
              <a:t>Топ 3 лекарства по объему продаж</a:t>
            </a:r>
          </a:p>
        </p:txBody>
      </p:sp>
    </p:spTree>
    <p:extLst>
      <p:ext uri="{BB962C8B-B14F-4D97-AF65-F5344CB8AC3E}">
        <p14:creationId xmlns:p14="http://schemas.microsoft.com/office/powerpoint/2010/main" val="4783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EA7E-9635-35CA-5FFC-76AEB38E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49146B-CCD7-3B1D-7F70-B00DE0763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03" y="2111260"/>
            <a:ext cx="10431594" cy="263547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7BCE36-340C-CCA8-C50C-3E4A9EE51379}"/>
              </a:ext>
            </a:extLst>
          </p:cNvPr>
          <p:cNvSpPr/>
          <p:nvPr/>
        </p:nvSpPr>
        <p:spPr>
          <a:xfrm>
            <a:off x="880203" y="810706"/>
            <a:ext cx="10431594" cy="8295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Mongolian Baiti" panose="03000500000000000000" pitchFamily="66" charset="0"/>
              </a:rPr>
              <a:t>Лекарства от насморка</a:t>
            </a:r>
          </a:p>
        </p:txBody>
      </p:sp>
    </p:spTree>
    <p:extLst>
      <p:ext uri="{BB962C8B-B14F-4D97-AF65-F5344CB8AC3E}">
        <p14:creationId xmlns:p14="http://schemas.microsoft.com/office/powerpoint/2010/main" val="240010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20ED-BF6C-1E0D-7475-BBDD42FF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CF334A-9FF0-2ACB-30C0-245DE385B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54" y="1576633"/>
            <a:ext cx="10897692" cy="370473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3A0E0C3-1F7A-F0F0-3788-AE08B7D253D9}"/>
              </a:ext>
            </a:extLst>
          </p:cNvPr>
          <p:cNvSpPr/>
          <p:nvPr/>
        </p:nvSpPr>
        <p:spPr>
          <a:xfrm>
            <a:off x="647154" y="490194"/>
            <a:ext cx="10897692" cy="772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Mongolian Baiti" panose="03000500000000000000" pitchFamily="66" charset="0"/>
              </a:rPr>
              <a:t>Кто наши клиенты</a:t>
            </a:r>
          </a:p>
        </p:txBody>
      </p:sp>
    </p:spTree>
    <p:extLst>
      <p:ext uri="{BB962C8B-B14F-4D97-AF65-F5344CB8AC3E}">
        <p14:creationId xmlns:p14="http://schemas.microsoft.com/office/powerpoint/2010/main" val="353471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1B488-FFC0-AB48-C460-50068F931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A9A171-4AD5-4F40-6EDB-E91574BB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68" y="1958418"/>
            <a:ext cx="11045463" cy="294116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955A6C-C8C3-80BE-92B9-93C09087EE61}"/>
              </a:ext>
            </a:extLst>
          </p:cNvPr>
          <p:cNvSpPr/>
          <p:nvPr/>
        </p:nvSpPr>
        <p:spPr>
          <a:xfrm>
            <a:off x="573269" y="443060"/>
            <a:ext cx="11045462" cy="1229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Mongolian Baiti" panose="03000500000000000000" pitchFamily="66" charset="0"/>
              </a:rPr>
              <a:t>Сравнение динамики продаж между Москвой и Санкт-Петербургом</a:t>
            </a:r>
          </a:p>
        </p:txBody>
      </p:sp>
    </p:spTree>
    <p:extLst>
      <p:ext uri="{BB962C8B-B14F-4D97-AF65-F5344CB8AC3E}">
        <p14:creationId xmlns:p14="http://schemas.microsoft.com/office/powerpoint/2010/main" val="245816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4CE8-73DE-7F4B-1748-ACF89940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F340A5-3001-BF2D-C658-38993791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5F6F27-77BB-1601-D2BA-7015727D282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F45EC67-967A-B9AC-B080-54D2A0088340}"/>
              </a:ext>
            </a:extLst>
          </p:cNvPr>
          <p:cNvSpPr/>
          <p:nvPr/>
        </p:nvSpPr>
        <p:spPr>
          <a:xfrm>
            <a:off x="3056399" y="1154782"/>
            <a:ext cx="6058415" cy="13008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bg1"/>
                </a:solidFill>
                <a:cs typeface="Mongolian Baiti" panose="03000500000000000000" pitchFamily="66" charset="0"/>
              </a:rPr>
              <a:t>Спасибо за внимание!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11EE46-2F80-7A04-DB28-24E4F58F726D}"/>
              </a:ext>
            </a:extLst>
          </p:cNvPr>
          <p:cNvSpPr/>
          <p:nvPr/>
        </p:nvSpPr>
        <p:spPr>
          <a:xfrm>
            <a:off x="8342723" y="5213024"/>
            <a:ext cx="3280527" cy="1112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cs typeface="Mongolian Baiti" panose="03000500000000000000" pitchFamily="66" charset="0"/>
              </a:rPr>
              <a:t>Линник Сергей Сергеевич</a:t>
            </a:r>
            <a:br>
              <a:rPr lang="ru-RU" sz="2200" dirty="0">
                <a:cs typeface="Mongolian Baiti" panose="03000500000000000000" pitchFamily="66" charset="0"/>
              </a:rPr>
            </a:br>
            <a:r>
              <a:rPr lang="en-US" sz="2200" dirty="0">
                <a:cs typeface="Mongolian Baiti" panose="03000500000000000000" pitchFamily="66" charset="0"/>
              </a:rPr>
              <a:t>linnik_sergey@mail.ru</a:t>
            </a:r>
            <a:endParaRPr lang="ru-RU" sz="2200" dirty="0"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060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58</Words>
  <Application>Microsoft Office PowerPoint</Application>
  <PresentationFormat>Широкоэкранный</PresentationFormat>
  <Paragraphs>10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Mongolian Baiti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Линник</dc:creator>
  <cp:lastModifiedBy>Сергей Линник</cp:lastModifiedBy>
  <cp:revision>2</cp:revision>
  <dcterms:created xsi:type="dcterms:W3CDTF">2026-02-23T14:18:11Z</dcterms:created>
  <dcterms:modified xsi:type="dcterms:W3CDTF">2026-02-27T09:44:11Z</dcterms:modified>
</cp:coreProperties>
</file>